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73" r:id="rId3"/>
    <p:sldId id="268" r:id="rId4"/>
    <p:sldId id="274" r:id="rId5"/>
    <p:sldId id="269" r:id="rId6"/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04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84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60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90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848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876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790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716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456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1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98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3207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383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64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064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728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260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0E1F825-1811-44A0-992F-A146A0E599F1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E33E0-6C18-4AE9-B319-A6C8A58C1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38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AFA8-B8AF-D0B7-821D-F7861DA833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CODE OUTPUT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D803D-C0D6-732C-FBA0-2CB3F0C462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Nayiga Flavia</a:t>
            </a:r>
          </a:p>
          <a:p>
            <a:pPr algn="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2023-B222-32339</a:t>
            </a:r>
          </a:p>
        </p:txBody>
      </p:sp>
    </p:spTree>
    <p:extLst>
      <p:ext uri="{BB962C8B-B14F-4D97-AF65-F5344CB8AC3E}">
        <p14:creationId xmlns:p14="http://schemas.microsoft.com/office/powerpoint/2010/main" val="3365359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A8C8E-4B88-5F5A-9012-E69710D56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16BAD7-B7FF-C629-5258-25B8A3664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858" y="1153551"/>
            <a:ext cx="9931791" cy="523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47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F51605-ADCD-AD86-DB34-3246CBBA6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265" y="675249"/>
            <a:ext cx="10241280" cy="5416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261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ADE3C-83A3-88AF-20AE-F5534746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A89B41-EF39-CEB2-D217-F20AFC8EB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130" y="1181686"/>
            <a:ext cx="9404723" cy="522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81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E7891B-5508-A090-F8CB-E0D40C497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96" y="520505"/>
            <a:ext cx="10156875" cy="586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170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FB09D-9C3F-C077-4B29-DB6E8583B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3606E-62E5-183D-1CE0-11A0700F2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48972"/>
            <a:ext cx="9095765" cy="479942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Strongest three rules based on lift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Beer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Diapers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Support = 0.3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Confidence =1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Lift = 2.5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Explanation: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beer buyers may also buy diapers.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(Bread, Milk)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Eggs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Support = 0.2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Confidence =0.6667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Lift = 1.6667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Explanation: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customers who purchase milk and bread are likely to buy eggs too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778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9841C-EF42-3D05-BC70-98CA6A0FC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731520"/>
            <a:ext cx="10178977" cy="5516879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Eggs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Milk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Support = 0.2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Confidence =0.6667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Lift = 1.6667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Explanation: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customers who purchase eggs are likely to buy milk</a:t>
            </a:r>
          </a:p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RECOMMENDATION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supermarket should place beer shelves close to the diaper section to increase customer convenience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can offer a conditional discount where customers who purchase more than two items such as milk, bread and eggs receive a small price reduction on eggs or any other item, encouraging complementary purchases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92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277</TotalTime>
  <Words>170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Times New Roman</vt:lpstr>
      <vt:lpstr>Wingdings 3</vt:lpstr>
      <vt:lpstr>Ion</vt:lpstr>
      <vt:lpstr>CODE OUTPUT</vt:lpstr>
      <vt:lpstr>PART A</vt:lpstr>
      <vt:lpstr>PowerPoint Presentation</vt:lpstr>
      <vt:lpstr>PART B</vt:lpstr>
      <vt:lpstr>PowerPoint Presentation</vt:lpstr>
      <vt:lpstr>PART 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nayigaflavia36@gmail.com</dc:creator>
  <cp:lastModifiedBy>nayigaflavia36@gmail.com</cp:lastModifiedBy>
  <cp:revision>46</cp:revision>
  <dcterms:created xsi:type="dcterms:W3CDTF">2025-12-13T16:51:45Z</dcterms:created>
  <dcterms:modified xsi:type="dcterms:W3CDTF">2025-12-14T12:09:57Z</dcterms:modified>
</cp:coreProperties>
</file>